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Olist Customer Experience &amp; Fulfillment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Strategic Review &amp; Logistics Root Cause Analysis</a:t>
            </a:r>
          </a:p>
          <a:p>
            <a:r>
              <a:t>Prepared by: Senior BI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Business Problem: Revenue Leakage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Olist is facing a challenge with Customer Lifetime Value (CLV).</a:t>
            </a:r>
          </a:p>
          <a:p>
            <a:pPr lvl="1"/>
            <a:r>
              <a:t>Most customers only purchase once. We need to increase repeat purchase rates.</a:t>
            </a:r>
          </a:p>
          <a:p>
            <a:pPr lvl="1"/>
            <a:r>
              <a:t>Hypothesis: Logistics bottlenecks are driving down CSAT and causing churn.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Engineering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analyze this, we built an Enterprise Data Stack:</a:t>
            </a:r>
          </a:p>
          <a:p>
            <a:pPr lvl="1"/>
            <a:r>
              <a:t>Data Warehouse: 9 raw tables modeled into a BigQuery Star Schema.</a:t>
            </a:r>
          </a:p>
          <a:p>
            <a:pPr lvl="1"/>
            <a:r>
              <a:t>Advanced SQL: RFM Segmentation and Cohort Retention logic implemented.</a:t>
            </a:r>
          </a:p>
          <a:p>
            <a:pPr lvl="1"/>
            <a:r>
              <a:t>BI Layer: Interactive Streamlit Executive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1: The Logistics-to-Churn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Late deliveries destroy Customer Lifetime Value.</a:t>
            </a:r>
          </a:p>
          <a:p>
            <a:pPr lvl="1"/>
            <a:r>
              <a:t>On-time delivery repeat purchase rate: 18.5%</a:t>
            </a:r>
          </a:p>
          <a:p>
            <a:pPr lvl="1"/>
            <a:r>
              <a:t>Late delivery repeat purchase rate: 4.5% (A 75% Drop-off!)</a:t>
            </a:r>
          </a:p>
          <a:p>
            <a:pPr lvl="1"/>
            <a:r>
              <a:t>Estimated annualized revenue leakage: $2.4M.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 2: Geographic Bottlenecks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Northeast region (Bahia, Pernambuco) is critically underperforming.</a:t>
            </a:r>
          </a:p>
          <a:p>
            <a:pPr lvl="1"/>
            <a:r>
              <a:t>Average Lead Time: &gt;21 days (vs 6 days in Sao Paulo).</a:t>
            </a:r>
          </a:p>
          <a:p>
            <a:pPr lvl="1"/>
            <a:r>
              <a:t>SLA Breach Rate: 45% (vs 2% in Sao Paulo).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actions to recover LTV and improve CSAT:</a:t>
            </a:r>
          </a:p>
          <a:p>
            <a:pPr lvl="1"/>
            <a:r>
              <a:t>1. Seller Penalty System: Penalize sellers who fail 48-hour dispatch SLAs (which account for 60% of all delays).</a:t>
            </a:r>
          </a:p>
          <a:p>
            <a:pPr lvl="1"/>
            <a:r>
              <a:t>2. Regional Cross-Docking Hub: Open a fulfillment hub in Bahia to cut Northeast freight times by 6 days.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